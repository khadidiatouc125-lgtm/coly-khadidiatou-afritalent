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6085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82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240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34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212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171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80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077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65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285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91D99-8CEF-46F7-9B2C-CDC7332A4B40}" type="datetimeFigureOut">
              <a:rPr lang="fr-FR" smtClean="0"/>
              <a:t>28/06/2026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588D7-1D81-4A69-AACB-DCABEA249D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2474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24247"/>
          </a:xfrm>
        </p:spPr>
        <p:txBody>
          <a:bodyPr>
            <a:normAutofit fontScale="90000"/>
          </a:bodyPr>
          <a:lstStyle/>
          <a:p>
            <a:r>
              <a:rPr lang="fr-FR" b="1" dirty="0" err="1" smtClean="0"/>
              <a:t>AfriTalent</a:t>
            </a:r>
            <a:endParaRPr lang="fr-FR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1" y="914401"/>
            <a:ext cx="12192001" cy="30522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fr-FR" sz="3300" dirty="0" smtClean="0"/>
              <a:t>La plateforme des talents africains</a:t>
            </a:r>
          </a:p>
          <a:p>
            <a:pPr>
              <a:lnSpc>
                <a:spcPct val="120000"/>
              </a:lnSpc>
            </a:pPr>
            <a:r>
              <a:rPr lang="fr-FR" sz="3300" dirty="0" smtClean="0"/>
              <a:t>Projet de fin semestre 2</a:t>
            </a:r>
          </a:p>
          <a:p>
            <a:pPr>
              <a:lnSpc>
                <a:spcPct val="120000"/>
              </a:lnSpc>
            </a:pPr>
            <a:r>
              <a:rPr lang="fr-FR" sz="3300" dirty="0" smtClean="0"/>
              <a:t>Par </a:t>
            </a:r>
            <a:r>
              <a:rPr lang="fr-FR" sz="3300" dirty="0" err="1" smtClean="0"/>
              <a:t>Khadidiatou</a:t>
            </a:r>
            <a:r>
              <a:rPr lang="fr-FR" sz="3300" dirty="0" smtClean="0"/>
              <a:t> </a:t>
            </a:r>
            <a:r>
              <a:rPr lang="fr-FR" sz="3300" dirty="0" err="1" smtClean="0"/>
              <a:t>Coly</a:t>
            </a:r>
            <a:endParaRPr lang="fr-FR" sz="3300" dirty="0" smtClean="0"/>
          </a:p>
          <a:p>
            <a:pPr>
              <a:lnSpc>
                <a:spcPct val="120000"/>
              </a:lnSpc>
            </a:pPr>
            <a:r>
              <a:rPr lang="fr-FR" sz="3300" dirty="0" smtClean="0"/>
              <a:t>L1 IAGE – ISI [</a:t>
            </a:r>
            <a:r>
              <a:rPr lang="fr-FR" sz="3300" dirty="0" err="1" smtClean="0"/>
              <a:t>Dev</a:t>
            </a:r>
            <a:r>
              <a:rPr lang="fr-FR" sz="3300" dirty="0" smtClean="0"/>
              <a:t> Web]</a:t>
            </a:r>
          </a:p>
          <a:p>
            <a:pPr>
              <a:lnSpc>
                <a:spcPct val="120000"/>
              </a:lnSpc>
            </a:pPr>
            <a:endParaRPr lang="fr-FR" dirty="0"/>
          </a:p>
          <a:p>
            <a:pPr>
              <a:lnSpc>
                <a:spcPct val="120000"/>
              </a:lnSpc>
            </a:pPr>
            <a:endParaRPr lang="fr-FR" sz="7200" b="1" i="1" u="sng" dirty="0" smtClean="0"/>
          </a:p>
          <a:p>
            <a:endParaRPr lang="fr-FR" sz="7200" b="1" i="1" u="sng" dirty="0" smtClean="0"/>
          </a:p>
          <a:p>
            <a:endParaRPr lang="fr-FR" b="1" i="1" u="sng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741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Ins="108000">
            <a:normAutofit/>
          </a:bodyPr>
          <a:lstStyle/>
          <a:p>
            <a:pPr algn="ctr"/>
            <a:r>
              <a:rPr lang="fr-FR" sz="3200" b="1" u="sng" dirty="0" smtClean="0"/>
              <a:t>SOMMAIRE</a:t>
            </a:r>
            <a:endParaRPr lang="fr-FR" sz="3200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3496"/>
          </a:xfrm>
        </p:spPr>
        <p:txBody>
          <a:bodyPr/>
          <a:lstStyle/>
          <a:p>
            <a:pPr marL="0" indent="0">
              <a:buNone/>
            </a:pPr>
            <a:r>
              <a:rPr lang="fr-FR" dirty="0" err="1" smtClean="0"/>
              <a:t>I.Présentation</a:t>
            </a:r>
            <a:r>
              <a:rPr lang="fr-FR" dirty="0" smtClean="0"/>
              <a:t> du projet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 err="1" smtClean="0"/>
              <a:t>II.Concept</a:t>
            </a:r>
            <a:r>
              <a:rPr lang="fr-FR" dirty="0" smtClean="0"/>
              <a:t> et Réalisation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 smtClean="0"/>
              <a:t>III.Conclusion</a:t>
            </a:r>
            <a:r>
              <a:rPr lang="fr-FR" dirty="0" smtClean="0"/>
              <a:t> et Perspectives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757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 err="1" smtClean="0"/>
              <a:t>I.Présentation</a:t>
            </a:r>
            <a:r>
              <a:rPr lang="fr-FR" b="1" u="sng" dirty="0" smtClean="0"/>
              <a:t> du projet </a:t>
            </a:r>
            <a:r>
              <a:rPr lang="fr-FR" b="1" u="sng" dirty="0" err="1" smtClean="0"/>
              <a:t>AfriTalent</a:t>
            </a:r>
            <a:r>
              <a:rPr lang="fr-FR" dirty="0" smtClean="0"/>
              <a:t>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48651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«Dans cette </a:t>
            </a:r>
            <a:r>
              <a:rPr lang="fr-FR" dirty="0" err="1" smtClean="0"/>
              <a:t>premiere</a:t>
            </a:r>
            <a:r>
              <a:rPr lang="fr-FR" dirty="0" smtClean="0"/>
              <a:t> partie, je vous présente </a:t>
            </a:r>
            <a:r>
              <a:rPr lang="fr-FR" dirty="0" err="1" smtClean="0"/>
              <a:t>AfriTalent</a:t>
            </a:r>
            <a:r>
              <a:rPr lang="fr-FR" dirty="0"/>
              <a:t> </a:t>
            </a:r>
            <a:r>
              <a:rPr lang="fr-FR" dirty="0" smtClean="0"/>
              <a:t>, qui est site qui met en relation deux personnes : les talents africains et les clients qui ont besoin de leurs compétences.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smtClean="0"/>
              <a:t>Le </a:t>
            </a:r>
            <a:r>
              <a:rPr lang="fr-FR" dirty="0" err="1" smtClean="0"/>
              <a:t>probléme</a:t>
            </a:r>
            <a:r>
              <a:rPr lang="fr-FR" dirty="0" smtClean="0"/>
              <a:t> c’est que nos talents ne sont pas assez visibles.</a:t>
            </a:r>
          </a:p>
          <a:p>
            <a:pPr marL="0" indent="0">
              <a:buNone/>
            </a:pPr>
            <a:r>
              <a:rPr lang="fr-FR" dirty="0" smtClean="0"/>
              <a:t>Donc notre objectif est de leur donner une vitrine et des opportunités. »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317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 err="1" smtClean="0"/>
              <a:t>II.Concept</a:t>
            </a:r>
            <a:r>
              <a:rPr lang="fr-FR" sz="4000" b="1" u="sng" dirty="0" smtClean="0"/>
              <a:t> et Réalisation</a:t>
            </a:r>
            <a:endParaRPr lang="fr-FR" sz="4000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691086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« Pour la réalisation, j’ai commencé par le design. J’ai choisi une interface simple pour que tout le monde puisse l’utiliser.</a:t>
            </a:r>
          </a:p>
          <a:p>
            <a:pPr marL="0" indent="0">
              <a:buNone/>
            </a:pPr>
            <a:r>
              <a:rPr lang="fr-FR" dirty="0" smtClean="0"/>
              <a:t>Coté code, c’est du HTML pour la structure des pages, du CSS pour le style, les </a:t>
            </a:r>
            <a:r>
              <a:rPr lang="fr-FR" dirty="0" err="1" smtClean="0"/>
              <a:t>coulleurs</a:t>
            </a:r>
            <a:r>
              <a:rPr lang="fr-FR" dirty="0" smtClean="0"/>
              <a:t>, les boutons. Et le </a:t>
            </a:r>
            <a:r>
              <a:rPr lang="fr-FR" dirty="0" err="1" smtClean="0"/>
              <a:t>javascript</a:t>
            </a:r>
            <a:r>
              <a:rPr lang="fr-FR" dirty="0" smtClean="0"/>
              <a:t> pour rendre le site dynamique, par exemple la recherche. »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287" y="3670479"/>
            <a:ext cx="4344473" cy="245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1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err="1" smtClean="0"/>
              <a:t>a.Le</a:t>
            </a:r>
            <a:r>
              <a:rPr lang="fr-FR" b="1" dirty="0" smtClean="0"/>
              <a:t> design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« Pour le design, j’ai visé simple le fond sombre avec le slogan(Le talent africains, sans </a:t>
            </a:r>
            <a:r>
              <a:rPr lang="fr-FR" dirty="0" err="1" smtClean="0"/>
              <a:t>frontieres</a:t>
            </a:r>
            <a:r>
              <a:rPr lang="fr-FR" dirty="0" smtClean="0"/>
              <a:t>) met le projet en valeur.</a:t>
            </a:r>
          </a:p>
          <a:p>
            <a:pPr marL="0" indent="0">
              <a:buNone/>
            </a:pPr>
            <a:r>
              <a:rPr lang="fr-FR" dirty="0" smtClean="0"/>
              <a:t>J’ai utilisé les couleurs bleu et blanc pour faire pro et rassurer. »  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168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u="sng" dirty="0" err="1" smtClean="0"/>
              <a:t>b.Technique</a:t>
            </a:r>
            <a:endParaRPr lang="fr-FR" sz="4000" b="1" u="sng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« C’est 100% Front-End.</a:t>
            </a:r>
          </a:p>
          <a:p>
            <a:pPr marL="0" indent="0">
              <a:buNone/>
            </a:pPr>
            <a:r>
              <a:rPr lang="fr-FR" dirty="0" smtClean="0"/>
              <a:t>J’ai fait la structure avec HTML, tout le style et les couleurs avec CSS.</a:t>
            </a:r>
          </a:p>
          <a:p>
            <a:pPr marL="0" indent="0">
              <a:buNone/>
            </a:pPr>
            <a:r>
              <a:rPr lang="fr-FR" dirty="0" smtClean="0"/>
              <a:t>Pour naviguer entre les pages </a:t>
            </a:r>
            <a:r>
              <a:rPr lang="fr-FR" dirty="0" err="1" smtClean="0"/>
              <a:t>Accueuil</a:t>
            </a:r>
            <a:r>
              <a:rPr lang="fr-FR" dirty="0" smtClean="0"/>
              <a:t>, Freelances, Tarifs, A propos et Contact j’ai utilisé du HTML pur avec des liens. »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046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-837128"/>
            <a:ext cx="10515600" cy="5318975"/>
          </a:xfrm>
        </p:spPr>
        <p:txBody>
          <a:bodyPr>
            <a:normAutofit/>
          </a:bodyPr>
          <a:lstStyle/>
          <a:p>
            <a:r>
              <a:rPr lang="fr-FR" sz="2400" b="1" dirty="0" smtClean="0"/>
              <a:t>Cette image nous montre les statistiques c’est-à-dire </a:t>
            </a:r>
            <a:br>
              <a:rPr lang="fr-FR" sz="2400" b="1" dirty="0" smtClean="0"/>
            </a:br>
            <a:r>
              <a:rPr lang="fr-FR" sz="2400" b="1" dirty="0" smtClean="0"/>
              <a:t>l’ambition du projet.</a:t>
            </a:r>
            <a:br>
              <a:rPr lang="fr-FR" sz="2400" b="1" dirty="0" smtClean="0"/>
            </a:br>
            <a:r>
              <a:rPr lang="fr-FR" sz="2400" b="1" dirty="0" smtClean="0"/>
              <a:t>Les profils Freelances prouve que la page marche.</a:t>
            </a:r>
            <a:br>
              <a:rPr lang="fr-FR" sz="2400" b="1" dirty="0" smtClean="0"/>
            </a:br>
            <a:r>
              <a:rPr lang="fr-FR" sz="2400" b="1" dirty="0" smtClean="0"/>
              <a:t>Les tarifs montrent que j’ai pensée au modèle éco.</a:t>
            </a:r>
            <a:endParaRPr lang="fr-FR" sz="2400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473" y="978793"/>
            <a:ext cx="3245477" cy="2999057"/>
          </a:xfrm>
        </p:spPr>
      </p:pic>
    </p:spTree>
    <p:extLst>
      <p:ext uri="{BB962C8B-B14F-4D97-AF65-F5344CB8AC3E}">
        <p14:creationId xmlns:p14="http://schemas.microsoft.com/office/powerpoint/2010/main" val="262935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2580" y="365125"/>
            <a:ext cx="10671220" cy="4953850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smtClean="0"/>
              <a:t>Page Contact + </a:t>
            </a:r>
            <a:r>
              <a:rPr lang="fr-FR" sz="4000" b="1" dirty="0" err="1" smtClean="0"/>
              <a:t>Maps</a:t>
            </a:r>
            <a:r>
              <a:rPr lang="fr-FR" sz="4000" b="1" dirty="0" smtClean="0"/>
              <a:t/>
            </a:r>
            <a:br>
              <a:rPr lang="fr-FR" sz="4000" b="1" dirty="0" smtClean="0"/>
            </a:br>
            <a:r>
              <a:rPr lang="fr-FR" sz="4000" b="1" dirty="0" smtClean="0"/>
              <a:t>cette image montre le projet</a:t>
            </a:r>
            <a:br>
              <a:rPr lang="fr-FR" sz="4000" b="1" dirty="0" smtClean="0"/>
            </a:br>
            <a:r>
              <a:rPr lang="fr-FR" sz="4000" b="1" dirty="0" smtClean="0"/>
              <a:t>est crédible et concret.</a:t>
            </a:r>
            <a:endParaRPr lang="fr-FR" sz="4000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854" y="2588652"/>
            <a:ext cx="1958102" cy="1828801"/>
          </a:xfrm>
        </p:spPr>
      </p:pic>
    </p:spTree>
    <p:extLst>
      <p:ext uri="{BB962C8B-B14F-4D97-AF65-F5344CB8AC3E}">
        <p14:creationId xmlns:p14="http://schemas.microsoft.com/office/powerpoint/2010/main" val="1440512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 err="1" smtClean="0"/>
              <a:t>III.Conclusion</a:t>
            </a:r>
            <a:r>
              <a:rPr lang="fr-FR" sz="4000" b="1" dirty="0" smtClean="0"/>
              <a:t> et Perspectives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Conclusion:</a:t>
            </a:r>
          </a:p>
          <a:p>
            <a:pPr marL="0" indent="0">
              <a:buNone/>
            </a:pPr>
            <a:r>
              <a:rPr lang="fr-FR" sz="2000" dirty="0" err="1" smtClean="0"/>
              <a:t>AfriTalent</a:t>
            </a:r>
            <a:r>
              <a:rPr lang="fr-FR" sz="2000" dirty="0" smtClean="0"/>
              <a:t> est une plateforme fonctionnelle qui valorise les talents africains en lignes.</a:t>
            </a:r>
          </a:p>
          <a:p>
            <a:pPr marL="0" indent="0">
              <a:buNone/>
            </a:pPr>
            <a:r>
              <a:rPr lang="fr-FR" sz="2000" dirty="0" smtClean="0"/>
              <a:t>Comme vous l’avez vu, on peut voir les talents, les tarifs et contact.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dirty="0" smtClean="0"/>
              <a:t>Perspectives:</a:t>
            </a:r>
          </a:p>
          <a:p>
            <a:pPr>
              <a:buFontTx/>
              <a:buChar char="-"/>
            </a:pPr>
            <a:r>
              <a:rPr lang="fr-FR" sz="2000" dirty="0" smtClean="0"/>
              <a:t>Ajouter la messagerie et le paiement en ligne</a:t>
            </a:r>
          </a:p>
          <a:p>
            <a:pPr>
              <a:buFontTx/>
              <a:buChar char="-"/>
            </a:pPr>
            <a:r>
              <a:rPr lang="fr-FR" sz="2000" dirty="0" smtClean="0"/>
              <a:t>Créer une application mobile</a:t>
            </a:r>
          </a:p>
          <a:p>
            <a:pPr>
              <a:buFontTx/>
              <a:buChar char="-"/>
            </a:pPr>
            <a:r>
              <a:rPr lang="fr-FR" sz="2000" dirty="0" smtClean="0"/>
              <a:t>Partenariats avec des entreprises locales</a:t>
            </a:r>
            <a:r>
              <a:rPr lang="fr-FR" dirty="0" smtClean="0"/>
              <a:t>.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92167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169</Words>
  <Application>Microsoft Office PowerPoint</Application>
  <PresentationFormat>Grand écran</PresentationFormat>
  <Paragraphs>47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Thème Office</vt:lpstr>
      <vt:lpstr>AfriTalent</vt:lpstr>
      <vt:lpstr>SOMMAIRE</vt:lpstr>
      <vt:lpstr>I.Présentation du projet AfriTalent </vt:lpstr>
      <vt:lpstr>II.Concept et Réalisation</vt:lpstr>
      <vt:lpstr>a.Le design</vt:lpstr>
      <vt:lpstr>b.Technique</vt:lpstr>
      <vt:lpstr>Cette image nous montre les statistiques c’est-à-dire  l’ambition du projet. Les profils Freelances prouve que la page marche. Les tarifs montrent que j’ai pensée au modèle éco.</vt:lpstr>
      <vt:lpstr>Page Contact + Maps cette image montre le projet est crédible et concret.</vt:lpstr>
      <vt:lpstr>III.Conclusion et Perspectives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HP</dc:creator>
  <cp:lastModifiedBy>HP</cp:lastModifiedBy>
  <cp:revision>17</cp:revision>
  <dcterms:created xsi:type="dcterms:W3CDTF">2026-06-28T12:21:31Z</dcterms:created>
  <dcterms:modified xsi:type="dcterms:W3CDTF">2026-06-28T15:57:57Z</dcterms:modified>
</cp:coreProperties>
</file>